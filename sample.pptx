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mp3" ContentType="audio/mpe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audio" Target="../media/audio1.mp3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838200" y="838200"/>
            <a:ext cx="105156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ja-JP" altLang="en-US" sz="4000" b="1">
                <a:solidFill>
                  <a:srgbClr val="4472C4"/>
                </a:solidFill>
                <a:latin typeface="Yu Gothic"/>
                <a:ea typeface="Yu Gothic"/>
              </a:rPr>
              <a:t>研修資料（サンプル）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838200" y="2286000"/>
            <a:ext cx="10515600" cy="3429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ja-JP" altLang="en-US" sz="2400">
                <a:solidFill>
                  <a:srgbClr val="222222"/>
                </a:solidFill>
                <a:latin typeface="Yu Gothic"/>
                <a:ea typeface="Yu Gothic"/>
              </a:rPr>
              <a:t>これは PowerPoint 変換テスト用の1枚目です。日本語の見出しと本文が表示されます。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838200" y="838200"/>
            <a:ext cx="105156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ja-JP" altLang="en-US" sz="4000" b="1">
                <a:solidFill>
                  <a:srgbClr val="70AD47"/>
                </a:solidFill>
                <a:latin typeface="Yu Gothic"/>
                <a:ea typeface="Yu Gothic"/>
              </a:rPr>
              <a:t>2枚目のスライド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838200" y="2286000"/>
            <a:ext cx="10515600" cy="3429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ja-JP" altLang="en-US" sz="2400">
                <a:solidFill>
                  <a:srgbClr val="222222"/>
                </a:solidFill>
                <a:latin typeface="Yu Gothic"/>
                <a:ea typeface="Yu Gothic"/>
              </a:rPr>
              <a:t>音声や動画は PDF には含めず、自動的に除外されます。図形と文字だけが画像化されます。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  <a:ln w="12700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</Slides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研修資料サンプル</dc:title>
  <dc:creator/>
  <cp:lastModifiedBy/>
  <cp:revision>1</cp:revision>
</cp:coreProperties>
</file>